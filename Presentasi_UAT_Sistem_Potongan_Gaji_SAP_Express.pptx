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0" y="822960"/>
            <a:ext cx="3596335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14400"/>
            <a:ext cx="3230575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74720" y="2514600"/>
            <a:ext cx="5242255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E6825"/>
                </a:solidFill>
              </a:defRPr>
            </a:pPr>
            <a:r>
              <a:t>PANDUAN ALUR KEBIJAKAN &amp; MATERI PERSIAPAN UAT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971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SISTEM KONTROL POTONGAN GAJI</a:t>
            </a:r>
          </a:p>
          <a:p>
            <a:pPr algn="ctr">
              <a:spcBef>
                <a:spcPts val="800"/>
              </a:spcBef>
              <a:defRPr sz="1700">
                <a:solidFill>
                  <a:srgbClr val="CBD5E1"/>
                </a:solidFill>
              </a:defRPr>
            </a:pPr>
            <a:r>
              <a:t>Pemisahan Wewenang Antar Divisi, Batasan Cicilan yang Adil, &amp; Tracking Realisasi Lunas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34747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Siapa Ngerjain Apa?</a:t>
            </a:r>
          </a:p>
          <a:p>
            <a:pPr algn="ctr"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Admin Payroll pegang master &amp; sisa gaji, PIC divisi hanya input divisinya sendiri.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892040"/>
            <a:ext cx="34747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Batas Cicilan yang Adil</a:t>
            </a:r>
          </a:p>
          <a:p>
            <a:pPr algn="ctr"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Di bawah 300rb potong 1x, 300rb-5jt cicil terukur, di atas 5jt wajib BAP pimpinan.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892040"/>
            <a:ext cx="34747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Otomatis &amp; Transparan</a:t>
            </a:r>
          </a:p>
          <a:p>
            <a:pPr algn="ctr"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Sisa hutang kurir resign disita otomatis, tab historical khusus yang 100% lunas.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Kenapa Sistem Ini Dibuat? Realita di Lapangan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2 dari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3383280" cy="685800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Dulu: Spreadsheet Masing-Masing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Tiap divisi (COD, OPS, CX, HR) catat potongan di file Excel terpisah.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Payroll sering menerima file telat menjelang tanggal gajian.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Potongan kecil sering dicicil sampai 6 bulan, merepotkan pencatatan.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Kurir kaget saat gajinya habis terpotong tanpa tahu rincian asalnya.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325880"/>
            <a:ext cx="3383280" cy="685800"/>
          </a:xfrm>
          <a:prstGeom prst="rect">
            <a:avLst/>
          </a:prstGeom>
          <a:solidFill>
            <a:srgbClr val="86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Risiko Besar: Kurir Resign &amp; Piutang Macet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Kurir keluar / mangkir kerja saat masih memiliki sisa cicilan aktif.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Informasi resign telat sampai ke divisi pemotong, gaji terakhir keburu cair.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Akibatnya: Piutang perusahaan macet dan tidak ada yang bertanggung jawab.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Diperlukan jaminan hak sisa gaji clearance (Kolom L) yang tersistem.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38328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Solusi: Satu Dashboard Terpusat &amp; Pasti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Semua divisi menginput ke satu sistem terpadu yang transparan.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Sistem otomatis menghitung sisa hutang dan membatasi potongan per bulan.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Begitu kurir resign, sisa gaji langsung menyerap hutang secara otomatis.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Tidak ada lagi kurir demo karena gajinya minus atau salah potong.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NAVIGASI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Tampilan Dashboard: Lebih Jelas &amp; Mudah Dipantau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3 dari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62880"/>
                </a:solidFill>
              </a:defRPr>
            </a:pPr>
            <a:r>
              <a:t>Semua Data Potongan Ada di Depan Mata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1300">
                <a:solidFill>
                  <a:srgbClr val="64748B"/>
                </a:solidFill>
              </a:defRPr>
            </a:pPr>
            <a:r>
              <a:t>Tidak perlu lagi saling tanya file Excel antar divisi. Manajemen, Payroll, dan PIC divisi bisa melihat progres penagihan secara real-time.</a:t>
            </a:r>
          </a:p>
          <a:p>
            <a:pPr>
              <a:defRPr sz="1400" b="1">
                <a:solidFill>
                  <a:srgbClr val="EE6825"/>
                </a:solidFill>
              </a:defRPr>
            </a:pPr>
            <a:r>
              <a:t>✔ Ringkasan Total Potongan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Melihat total nilai tagihan aktif, jumlah kasus berjalan, dan realisasi dana yang sudah tertagih.</a:t>
            </a:r>
          </a:p>
          <a:p>
            <a:pPr>
              <a:defRPr sz="1400" b="1">
                <a:solidFill>
                  <a:srgbClr val="EE6825"/>
                </a:solidFill>
              </a:defRPr>
            </a:pPr>
            <a:r>
              <a:t>✔ Grafik Distribusi per Divisi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Transparan melihat porsi potongan terbesar (COD, Operasional, Klaim Barang, Seragam, dll).</a:t>
            </a:r>
          </a:p>
          <a:p>
            <a:pPr>
              <a:defRPr sz="1400" b="1">
                <a:solidFill>
                  <a:srgbClr val="EE6825"/>
                </a:solidFill>
              </a:defRPr>
            </a:pPr>
            <a:r>
              <a:t>✔ Filter Fleksibel per Cabang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Bisa memfilter per cabang, per PIC, atau melihat rekapitulasi nasional seluruh Indonesia.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25880"/>
            <a:ext cx="64309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eview_home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TATA KELOLA PERAN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Siapa Boleh Lakukan Apa? (Pemisahan Tugas yang Tegas)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4 dari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52578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5257800" cy="685800"/>
          </a:xfrm>
          <a:prstGeom prst="rect">
            <a:avLst/>
          </a:prstGeom>
          <a:solidFill>
            <a:srgbClr val="86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PAYROLL (Pintu Gerbang Master &amp; Gaji)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62880"/>
                </a:solidFill>
              </a:defRPr>
            </a:pPr>
            <a:r>
              <a:t>✔ Satu-satunya yang Kelola Master Karyawan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Menambah data karyawan baru, mutasi cabang, dan upload template massal.</a:t>
            </a:r>
          </a:p>
          <a:p>
            <a:pPr>
              <a:defRPr sz="1350" b="1">
                <a:solidFill>
                  <a:srgbClr val="862880"/>
                </a:solidFill>
              </a:defRPr>
            </a:pPr>
            <a:r>
              <a:t>✔ Pegang Kendali Sisa Gaji (Kolom L)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Satu-satunya role yang berhak mengisi dan memperbarui sisa gaji clearance kurir.</a:t>
            </a:r>
          </a:p>
          <a:p>
            <a:pPr>
              <a:defRPr sz="1350" b="1">
                <a:solidFill>
                  <a:srgbClr val="862880"/>
                </a:solidFill>
              </a:defRPr>
            </a:pPr>
            <a:r>
              <a:t>✔ Eksekusi Potongan ke Slip Gaji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Menjalankan kalkulasi cut-off bulanan untuk diteruskan ke proses transfer gaji bank.</a:t>
            </a:r>
          </a:p>
          <a:p>
            <a:pPr>
              <a:defRPr sz="1350" b="1">
                <a:solidFill>
                  <a:srgbClr val="862880"/>
                </a:solidFill>
              </a:defRPr>
            </a:pPr>
            <a:r>
              <a:t>✔ Terkunci di Divisi Payroll Saja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Admin Payroll TIDAK BISA input potongan mewakili divisi lain (COD/OPS/HR).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25780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5257800" cy="685800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PIC DIVISI (COD, OPS, CX, HRD, Koperasi)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E6825"/>
                </a:solidFill>
              </a:defRPr>
            </a:pPr>
            <a:r>
              <a:t>✔ Hanya Input Potongan Divisinya Sendiri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Dropdown divisi terkunci otomatis. PIC COD hanya bisa input kasus COD.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Dilarang Menginput Kasus Divisi Lain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Sistem memblokir jika PIC mencoba mengajukan data atas nama divisi lain.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Tentukan Usulan Skema Cicilan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Menentukan skema angsuran yang wajar sesuai kemampuan bayar kurir (maks 35% THP).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Tidak Bisa Sentuh Master Karyawan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   PIC divisi tidak punya akses mengubah identitas, status resign, atau sisa gaji.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PENYEMPURNAAN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Pembaruan: Master Karyawan Pindah ke Menu Input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5 dari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62880"/>
                </a:solidFill>
              </a:defRPr>
            </a:pPr>
            <a:r>
              <a:t>Lebih Rapi, Terpusat, &amp; Aman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Sesuai kebutuhan operasional, semua aktivitas penambahan data kini disatukan di menu Input Data dengan pengamanan ekstra: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📌 Fitur Khusus Admin Payroll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Panel Master Karyawan HANYA muncul saat Admin Payroll login. PIC Divisi tidak akan melihat panel ini sama sekali.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📌 Template Resmi Kolom L (Sisa Gaji)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Kolom ke-12 resmi ditambahkan: Sisa Gaji. Admin Payroll bisa update saldo sisa gaji seluruh kurir sekaligus via Excel.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📌 Tampilan Ringkas &amp; Bersih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Penjelasan panjang 12 kolom template telah dipindahkan ke menu 'Informasi &amp; Panduan' (Sub-bab 3C) agar form input tetap lega.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📌 Link Bantuan Cepat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Tersedia tautan biru sekali klik untuk langsung membuka panduan resmi jika ada keraguan.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25880"/>
            <a:ext cx="63395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eview_clean_input_uploa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417320"/>
            <a:ext cx="61566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ALUR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Alur Kerja Praktis: Dari Input Sampai Realisasi Gaji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6 dari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2514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71600"/>
            <a:ext cx="2514600" cy="777240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LANGKAH 1</a:t>
            </a:r>
            <a:br/>
            <a:r>
              <a:t>Input Kasus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86000"/>
            <a:ext cx="21488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Pelaksana: PIC Divisi Terkait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Pilih NPK kurir yang bermasalah.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Masukkan nominal potongan &amp; kronologi kasus.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Divisi otomatis terkunci pada divisi PIC.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74720"/>
            <a:ext cx="228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EE6825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371600"/>
            <a:ext cx="2514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1371600"/>
            <a:ext cx="2514600" cy="777240"/>
          </a:xfrm>
          <a:prstGeom prst="rect">
            <a:avLst/>
          </a:prstGeom>
          <a:solidFill>
            <a:srgbClr val="86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LANGKAH 2</a:t>
            </a:r>
            <a:br/>
            <a:r>
              <a:t>Cek Range &amp; Skema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286000"/>
            <a:ext cx="21488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Pelaksana: Sistem Otomatis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889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&lt; 300rb: Sistem kunci potong 1x.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300rb - 5jt: Pilih opsi cicilan bertingkat.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&gt; 5jt: Wajib upload BAP &amp; persetujuan Head.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474720"/>
            <a:ext cx="228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EE6825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2514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25146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LANGKAH 3</a:t>
            </a:r>
            <a:br/>
            <a:r>
              <a:t>Cut-Off Payroll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21488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Pelaksana: Admin Payroll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889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Tiap tanggal cut-off, sistem potong otomatis.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Memastikan potongan tidak melebihi 35% THP kurir.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Slip gaji &amp; data transfer bank diterbitkan.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474720"/>
            <a:ext cx="228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EE6825"/>
                </a:solidFill>
              </a:defRPr>
            </a:pPr>
            <a: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1371600"/>
            <a:ext cx="2514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371600"/>
            <a:ext cx="251460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LANGKAH 4</a:t>
            </a:r>
            <a:br/>
            <a:r>
              <a:t>Realisasi / Arsip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286000"/>
            <a:ext cx="214884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Pelaksana: Audit &amp;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889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Cicilan terpotong berkurang setiap bulan.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Jika sudah lunas 100%, masuk Tab Historical.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Kurir &amp; divisi punya bukti pelunasan sah.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PARAMETER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Kebijakan Range Nominal Potongan (Bahan Diskusi UAT)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7 dari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10728655" cy="438912"/>
          </a:xfrm>
          <a:prstGeom prst="roundRect">
            <a:avLst/>
          </a:prstGeom>
          <a:solidFill>
            <a:srgbClr val="FEF3C7"/>
          </a:solidFill>
          <a:ln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EE6825"/>
                </a:solidFill>
              </a:defRPr>
            </a:pPr>
            <a:r>
              <a:t>💬 DRAFT SEMENTARA UNTUK DISEPAKATI: Nilai nominal di bawah ini dibuat sebagai bahan diskusi UAT hari ini.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338328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783080"/>
            <a:ext cx="33832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 BAWAH RP 300.000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514600"/>
            <a:ext cx="301752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C2626"/>
                </a:solidFill>
              </a:defRPr>
            </a:pPr>
            <a:r>
              <a:t>WAJIB 1X POTONG (Lump-Sum)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■ Tidak Boleh Dicicil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Sistem otomatis mengunci opsi cicilan menjadi 1x potong pada periode berjalan.</a:t>
            </a:r>
          </a:p>
          <a:p>
            <a:pPr>
              <a:defRPr sz="1200" b="1">
                <a:solidFill>
                  <a:srgbClr val="DC2626"/>
                </a:solidFill>
              </a:defRPr>
            </a:pPr>
            <a:r>
              <a:t>■ Kenapa Wajib 1x?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Potongan di bawah 300rb kalau dicicil 3 bulan hanya 50-100rb. Biaya administrasi &amp; tracking cicilannya lebih mahal dari potongannya.</a:t>
            </a:r>
          </a:p>
          <a:p>
            <a:pPr>
              <a:defRPr sz="1200" b="1">
                <a:solidFill>
                  <a:srgbClr val="DC2626"/>
                </a:solidFill>
              </a:defRPr>
            </a:pPr>
            <a:r>
              <a:t>■ Kurir Mampu Nanggung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Nilai di bawah 300rb masih masuk akal untuk diserap gaji kurir dalam 1 kali gajian tanpa membuat gajinya habis.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783080"/>
            <a:ext cx="338328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783080"/>
            <a:ext cx="33832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300.000 s/d RP 5.000.000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514600"/>
            <a:ext cx="301752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284C7"/>
                </a:solidFill>
              </a:defRPr>
            </a:pPr>
            <a:r>
              <a:t>SKEMA ANGSURAN (2 - 10 Bulan)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■ Bisa Dicicil Fleksibel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PIC divisi memilih tenor 2 s/d 10 bulan sesuai simulasi kemampuan bayar si kurir.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■ Kasus Paling Sering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Selisih setoran COD, paket rusak, atau retur hilang. Dicicil agar kurir tidak kaget finansial.</a:t>
            </a:r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■ Wajib Safety Cap 35%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Total potongan kurir per bulan tidak boleh lebih dari 35% THP agar kurir tetap beroperasi normal.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83080"/>
            <a:ext cx="338328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783080"/>
            <a:ext cx="3383280" cy="640080"/>
          </a:xfrm>
          <a:prstGeom prst="rect">
            <a:avLst/>
          </a:prstGeom>
          <a:solidFill>
            <a:srgbClr val="86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 ATAS RP 5.000.000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514600"/>
            <a:ext cx="301752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862880"/>
                </a:solidFill>
              </a:defRPr>
            </a:pPr>
            <a:r>
              <a:t>KEPUTUSAN KHUSUS PIC &amp; 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62880"/>
                </a:solidFill>
              </a:defRPr>
            </a:pPr>
            <a:r>
              <a:t>■ Bukan Cicilan Biasa!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Nominal di atas 5 juta adalah kasus luar biasa (kehilangan koli besar, fraud, selisih fatal).</a:t>
            </a:r>
          </a:p>
          <a:p>
            <a:pPr>
              <a:defRPr sz="1200" b="1">
                <a:solidFill>
                  <a:srgbClr val="862880"/>
                </a:solidFill>
              </a:defRPr>
            </a:pPr>
            <a:r>
              <a:t>■ Wajib Dokumen BAP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Harus ada Berita Acara Pemeriksaan (BAP) investigasi &amp; Surat Pengakuan Hutang bermaterai.</a:t>
            </a:r>
          </a:p>
          <a:p>
            <a:pPr>
              <a:defRPr sz="1200" b="1">
                <a:solidFill>
                  <a:srgbClr val="862880"/>
                </a:solidFill>
              </a:defRPr>
            </a:pPr>
            <a:r>
              <a:t>■ Opsi Penanganan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  Pimpinan memutuskan: sharing loss tim/pos, klaim asuransi, tenor panjang khusus, atau proses hukum.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SKEMA ANGSURAN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Detail Skema Cicilan &amp; Aturan Safety Cap (Gaji Kurir)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8 dari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5120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435608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62880"/>
                </a:solidFill>
              </a:defRPr>
            </a:pPr>
            <a:r>
              <a:t>Rp 300.000 – Rp 1.500.000  ➔  Tenor 2 – 3 Bulan</a:t>
            </a:r>
          </a:p>
          <a:p>
            <a:pPr>
              <a:spcBef>
                <a:spcPts val="300"/>
              </a:spcBef>
              <a:defRPr sz="1200" b="1">
                <a:solidFill>
                  <a:srgbClr val="EE6825"/>
                </a:solidFill>
              </a:defRPr>
            </a:pPr>
            <a:r>
              <a:t>Estimasi Potong: Cicilan ~Rp 150rb – Rp 500rb/bulan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Keterangan: Cocok untuk selisih COD harian atau keterlambatan ringan.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120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62880"/>
                </a:solidFill>
              </a:defRPr>
            </a:pPr>
            <a:r>
              <a:t>Rp 1.500.001 – Rp 3.000.000  ➔  Tenor 3 – 6 Bulan</a:t>
            </a:r>
          </a:p>
          <a:p>
            <a:pPr>
              <a:spcBef>
                <a:spcPts val="300"/>
              </a:spcBef>
              <a:defRPr sz="1200" b="1">
                <a:solidFill>
                  <a:srgbClr val="EE6825"/>
                </a:solidFill>
              </a:defRPr>
            </a:pPr>
            <a:r>
              <a:t>Estimasi Potong: Cicilan ~Rp 300rb – Rp 600rb/bulan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Keterangan: Untuk kerusakan paket bernilai sedang. Tenor pas tidak memberatkan.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5120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62880"/>
                </a:solidFill>
              </a:defRPr>
            </a:pPr>
            <a:r>
              <a:t>Rp 3.000.001 – Rp 5.000.000  ➔  Tenor 6 – 10 Bulan</a:t>
            </a:r>
          </a:p>
          <a:p>
            <a:pPr>
              <a:spcBef>
                <a:spcPts val="300"/>
              </a:spcBef>
              <a:defRPr sz="1200" b="1">
                <a:solidFill>
                  <a:srgbClr val="EE6825"/>
                </a:solidFill>
              </a:defRPr>
            </a:pPr>
            <a:r>
              <a:t>Estimasi Potong: Cicilan ~Rp 350rb – Rp 600rb/bulan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Keterangan: Kehilangan koli besar. Tenor maksimal 10 bulan agar cepat selesai.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25880"/>
            <a:ext cx="5333695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5333695" cy="685800"/>
          </a:xfrm>
          <a:prstGeom prst="rect">
            <a:avLst/>
          </a:prstGeom>
          <a:solidFill>
            <a:srgbClr val="86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ATURAN SAFETY CAP (PROTEKSI GAJI KURIR)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148840"/>
            <a:ext cx="460217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E6825"/>
                </a:solidFill>
              </a:defRPr>
            </a:pPr>
            <a:r>
              <a:t>MAKSIMAL 35% DARI GAJI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Total cicilan seluruh divisi per bulan tidak boleh melebihi batas 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862880"/>
                </a:solidFill>
              </a:defRPr>
            </a:pPr>
            <a:r>
              <a:t>🛡️ Kurir Tetap Butuh Biaya Hidup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   Kalau gaji kurir Rp 3.5jt lalu dipotong Rp 2jt sekaligus, kurir bisa mogok atau kabur. Paket malah menumpuk di cabang.</a:t>
            </a:r>
          </a:p>
          <a:p>
            <a:pPr>
              <a:defRPr sz="1300" b="1">
                <a:solidFill>
                  <a:srgbClr val="862880"/>
                </a:solidFill>
              </a:defRPr>
            </a:pPr>
            <a:r>
              <a:t>🛡️ Total Akumulasi Semua Divisi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   Jika kurir sudah ada cicilan COD 500rb, divisi OPS tidak boleh memotong 1jt lagi di bulan yang sama jika melewati plafon 35%.</a:t>
            </a:r>
          </a:p>
          <a:p>
            <a:pPr>
              <a:defRPr sz="1300" b="1">
                <a:solidFill>
                  <a:srgbClr val="862880"/>
                </a:solidFill>
              </a:defRPr>
            </a:pPr>
            <a:r>
              <a:t>🛡️ Otomatis Perpanjang Tenor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   Jika cicilan melebihi 35%, sistem menyarankan tenor diperpanjang agar potongan bulanan tetap aman.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PENYELESAIAN KASUS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Bagaimana Kalau Kurir Resign? (Fitur Preemption Sisa Gaji)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9 dari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62880"/>
                </a:solidFill>
              </a:defRPr>
            </a:pPr>
            <a:r>
              <a:t>Sisa Gaji Langsung Menyerap Hutang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Perusahaan tidak akan kecolongan lagi membayar penuh gaji kurir yang keluar padahal masih memiliki tanggungan cicilan.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Otomatis Terkoneksi Kolom L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Begitu tanggal resign di-input di master karyawan, sistem langsung membaca hak sisa gaji kurir dari Kolom L.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Hutang Disita Seketika (Preemption)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Seluruh sisa cicilan yang belum lunas langsung dipotongkan dari sisa gaji terakhir sebelum uang dicairkan.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Urutan Prioritas Pemotongan (PRI)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Jika ada hutang di beberapa divisi, sistem melunasi urutan: COD ➔ CX ➔ Treasury ➔ Controller ➔ QSE ➔ Koperasi ➔ Payroll.</a:t>
            </a:r>
          </a:p>
          <a:p>
            <a:pPr>
              <a:defRPr sz="1350" b="1">
                <a:solidFill>
                  <a:srgbClr val="EE6825"/>
                </a:solidFill>
              </a:defRPr>
            </a:pPr>
            <a:r>
              <a:t>✔ Menghentikan Piutang Macet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Menjamin uang perusahaan kembali tanpa perlu mengejar mantan kurir yang sudah tidak bekerja.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25880"/>
            <a:ext cx="63395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eview_preempt_outst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417320"/>
            <a:ext cx="61566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ARSIP &amp; BUKTI SAH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Tab Historical Realisasi: Hanya untuk yang Sudah LUNAS!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10 dari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Menjawab Keraguan: Kapan Masuk ke Tab Ini?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Sering timbul pertanyaan: apakah cicilan yang baru terpotong 1 bulan sudah masuk ke sini? Jawabannya: TIDAK.</a:t>
            </a:r>
          </a:p>
          <a:p>
            <a:pPr>
              <a:defRPr sz="1350" b="1">
                <a:solidFill>
                  <a:srgbClr val="16A34A"/>
                </a:solidFill>
              </a:defRPr>
            </a:pPr>
            <a:r>
              <a:t>✔ Syarat Mutlak: 100% LUNAS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Kasus potongan HANYA berpindah ke tab Historical bila seluruh nominal hutang telah tuntas dipotong tanpa sisa.</a:t>
            </a:r>
          </a:p>
          <a:p>
            <a:pPr>
              <a:defRPr sz="1350" b="1">
                <a:solidFill>
                  <a:srgbClr val="16A34A"/>
                </a:solidFill>
              </a:defRPr>
            </a:pPr>
            <a:r>
              <a:t>✔ Masih Nyicil? Tetap di Monitoring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Selama masih ada sisa saldo (misal cicilan ke-2 dari 5 bulan), data tetap berada di tab Monitoring Outstanding.</a:t>
            </a:r>
          </a:p>
          <a:p>
            <a:pPr>
              <a:defRPr sz="1350" b="1">
                <a:solidFill>
                  <a:srgbClr val="16A34A"/>
                </a:solidFill>
              </a:defRPr>
            </a:pPr>
            <a:r>
              <a:t>✔ Arsip Audit &amp; Bukti Bersih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Mencatat nomor referensi transfer, tanggal pelunasan, dan tanda terima resmi. Auditor bisa langsung memverifikasi.</a:t>
            </a:r>
          </a:p>
          <a:p>
            <a:pPr>
              <a:defRPr sz="1350" b="1">
                <a:solidFill>
                  <a:srgbClr val="16A34A"/>
                </a:solidFill>
              </a:defRPr>
            </a:pPr>
            <a:r>
              <a:t>✔ Perlindungan Kurir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Menjadi bukti hitam di atas putih bahwa kurir sudah bebas hutang saat memerlukan surat keterangan kerja.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25880"/>
            <a:ext cx="63395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eview_report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417320"/>
            <a:ext cx="61566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6825"/>
                </a:solidFill>
              </a:defRPr>
            </a:pPr>
            <a:r>
              <a:t>PENYELARASAN KEBIJAKAN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 Kesepakatan yang Perlu Kita Putuskan Hari 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28016"/>
            <a:ext cx="1645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713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SAP Express — Payroll Deduction Control System | Materi Sosialisasi Kebijakan &amp;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11 dari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2588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5257800" cy="502920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  💬 1. Batas Rp 300.000 untuk Potong 1x Langsung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Apakah angka Rp 300.000 ini sudah pas untuk batas wajib potong 1x?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Atau ada usulan dinaikkan (misal Rp 500.000) atau diturunkan (misal Rp 200.000)?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Tujuan kita: Meminimalkan kerjaan cicilan receh yang merepotkan tiap bulan.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5257800" cy="502920"/>
          </a:xfrm>
          <a:prstGeom prst="rect">
            <a:avLst/>
          </a:prstGeom>
          <a:solidFill>
            <a:srgbClr val="86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  💬 2. Persentase Safety Cap Gaji Kurir (35% THP)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Berapa batas maksimal total potongan bulanan kurir? Apakah 30%, 35%, atau 40%?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Usulan Payroll: 35% agar kurir masih bawa pulang 65% gaji untuk keluarga.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Bagaimana jika cicilan menumpuk? Setuju otomatis diperpanjang tenornya?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525780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  💬 3. Kurir Resign Tapi Hutangnya Lebih Besar dari Sisa Gaji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Jika sisa gaji Kolom L = 1.5 juta, tapi sisa cicilan = 3 juta, sisa 1.5 jutanya bagaimana?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Apakah penahanan ijazah/jaminan, surat pernyataan hutang pribadi, atau klaim cabang?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Perlu SOP tertulis agar tim HR dan legal memiliki landasan hukum yang jelas.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25780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  💬 4. Persetujuan untuk Potongan di Atas Rp 5.000.000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8912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Siapa saja pihak yang wajib menandatangani BAP investigasi kasus besar?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Apakah cukup sampai Head of Division, atau wajib eskalasi ke GM / HR Director?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Kapan opsi tanggung renteng (tanggung bersama satu pos/hub) boleh diterapkan?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6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914400"/>
            <a:ext cx="3230575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p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87552"/>
            <a:ext cx="2864815" cy="1133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3774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MARI KITA UJI COBA BERSAMA!</a:t>
            </a:r>
          </a:p>
          <a:p>
            <a:pPr algn="ctr">
              <a:spcBef>
                <a:spcPts val="600"/>
              </a:spcBef>
              <a:defRPr sz="1700">
                <a:solidFill>
                  <a:srgbClr val="CBD5E1"/>
                </a:solidFill>
              </a:defRPr>
            </a:pPr>
            <a:r>
              <a:t>Silakan login menggunakan akun PIC masing-masing dan mari kita simulasi skenario riil.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56032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1. Cek Login PIC</a:t>
            </a:r>
          </a:p>
          <a:p>
            <a:pPr algn="ctr"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Pastikan dropdown divisi Anda terkunci otomatis.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114800"/>
            <a:ext cx="256032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2. Input Data Potongan</a:t>
            </a:r>
          </a:p>
          <a:p>
            <a:pPr algn="ctr"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Coba input satuan &amp; upload Excel, pastikan validasi berfungsi.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56032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3. Admin Payroll Check</a:t>
            </a:r>
          </a:p>
          <a:p>
            <a:pPr algn="ctr"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Coba upload master karyawan dengan Kolom L Sisa Gaji.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114800"/>
            <a:ext cx="256032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E6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E6825"/>
                </a:solidFill>
              </a:defRPr>
            </a:pPr>
            <a:r>
              <a:t>4. Cek Tab Historical</a:t>
            </a:r>
          </a:p>
          <a:p>
            <a:pPr algn="ctr"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Buktikan bahwa hanya tagihan yang 100% lunas yang muncul.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